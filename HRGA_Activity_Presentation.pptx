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2900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88952" cy="342900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-1097280"/>
            <a:ext cx="4572000" cy="4572000"/>
          </a:xfrm>
          <a:prstGeom prst="rect">
            <a:avLst/>
          </a:prstGeom>
          <a:solidFill>
            <a:srgbClr val="0A4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0" y="4114800"/>
            <a:ext cx="3657600" cy="3657600"/>
          </a:xfrm>
          <a:prstGeom prst="rect">
            <a:avLst/>
          </a:prstGeom>
          <a:solidFill>
            <a:srgbClr val="06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-914400" y="4572000"/>
            <a:ext cx="3200400" cy="3200400"/>
          </a:xfrm>
          <a:prstGeom prst="rect">
            <a:avLst/>
          </a:prstGeom>
          <a:solidFill>
            <a:srgbClr val="06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10972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08760"/>
            <a:ext cx="1051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F5FB8"/>
                </a:solidFill>
              </a:rPr>
              <a:t>SCM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371600"/>
            <a:ext cx="8229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600" b="1">
                <a:solidFill>
                  <a:srgbClr val="FFFFFF"/>
                </a:solidFill>
              </a:rPr>
              <a:t>HRGA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12848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C7DCF8"/>
                </a:solidFill>
              </a:rPr>
              <a:t>Sistem Manajemen Aktivitas Harian &amp; Proyek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10360152" cy="36576"/>
          </a:xfrm>
          <a:prstGeom prst="rect">
            <a:avLst/>
          </a:prstGeom>
          <a:solidFill>
            <a:srgbClr val="4D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8D4F8"/>
                </a:solidFill>
              </a:rPr>
              <a:t>PT Sulawesi Cahaya Mineral  |  Departemen HRGA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49039"/>
            <a:ext cx="2121408" cy="384048"/>
          </a:xfrm>
          <a:prstGeom prst="rect">
            <a:avLst/>
          </a:prstGeom>
          <a:solidFill>
            <a:srgbClr val="145AA8"/>
          </a:solidFill>
          <a:ln w="6350">
            <a:solidFill>
              <a:srgbClr val="4D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76472"/>
            <a:ext cx="207568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Daily Activity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3749039"/>
            <a:ext cx="1408176" cy="384048"/>
          </a:xfrm>
          <a:prstGeom prst="rect">
            <a:avLst/>
          </a:prstGeom>
          <a:solidFill>
            <a:srgbClr val="145AA8"/>
          </a:solidFill>
          <a:ln w="6350">
            <a:solidFill>
              <a:srgbClr val="4D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2696" y="3776472"/>
            <a:ext cx="136245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Kalender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749039"/>
            <a:ext cx="2002536" cy="384048"/>
          </a:xfrm>
          <a:prstGeom prst="rect">
            <a:avLst/>
          </a:prstGeom>
          <a:solidFill>
            <a:srgbClr val="145AA8"/>
          </a:solidFill>
          <a:ln w="6350">
            <a:solidFill>
              <a:srgbClr val="4D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776472"/>
            <a:ext cx="19568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Project Agile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24" y="3749039"/>
            <a:ext cx="1527048" cy="384048"/>
          </a:xfrm>
          <a:prstGeom prst="rect">
            <a:avLst/>
          </a:prstGeom>
          <a:solidFill>
            <a:srgbClr val="145AA8"/>
          </a:solidFill>
          <a:ln w="6350">
            <a:solidFill>
              <a:srgbClr val="4D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3776472"/>
            <a:ext cx="148132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3749039"/>
            <a:ext cx="2240280" cy="384048"/>
          </a:xfrm>
          <a:prstGeom prst="rect">
            <a:avLst/>
          </a:prstGeom>
          <a:solidFill>
            <a:srgbClr val="145AA8"/>
          </a:solidFill>
          <a:ln w="6350">
            <a:solidFill>
              <a:srgbClr val="4D9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3776472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5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263640"/>
            <a:ext cx="12188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8BB4D8"/>
                </a:solidFill>
              </a:rPr>
              <a:t>Presentasi Aplikasi  •  HRGA Activity v1.0  •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54864" cy="5623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</a:rPr>
              <a:t>Daftar 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4124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Overview presentasi fitur-fitur aplikasi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5361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727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Latar Belakang &amp; Tujuan Aplikasi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4505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871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Arsitektur &amp; Teknologi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83280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3649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4015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Fitur Login &amp; Autentikasi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97679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2793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Dashboard &amp; Statistik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212079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1937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2303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Daily Activity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4630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554480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15361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15727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Kalender &amp; 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3774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468880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24505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24871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Project Agile (Sprint &amp; Kanban)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2918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383280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33649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34015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Manajemen User (Admin)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206240"/>
            <a:ext cx="530352" cy="56692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297679"/>
            <a:ext cx="5303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4279392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4315968"/>
            <a:ext cx="4846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F2937"/>
                </a:solidFill>
              </a:rPr>
              <a:t>Ringkasan &amp; Manfaat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01  Latar Belakang &amp; 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Mengapa HRGA Activity dibangun?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740664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280160"/>
            <a:ext cx="411480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7223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073B73"/>
                </a:solidFill>
              </a:rPr>
              <a:t>Permasalahan yang Diselesaikan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C2626"/>
                </a:solidFill>
              </a:rPr>
              <a:t>✗  Pencatatan aktivitas karyawan masih manual di spreadsheet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C2626"/>
                </a:solidFill>
              </a:rPr>
              <a:t>✗  Tidak ada visibilitas real-time progres pekerjaan tim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C2626"/>
                </a:solidFill>
              </a:rPr>
              <a:t>✗  Rapat dan event kalender tersebar di berbagai media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C2626"/>
                </a:solidFill>
              </a:rPr>
              <a:t>✗  Manajemen proyek tidak terintegrasi dengan aktivitas harian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C2626"/>
                </a:solidFill>
              </a:rPr>
              <a:t>✗  Pelaporan performa karyawan membutuhkan waktu lama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C2626"/>
                </a:solidFill>
              </a:rPr>
              <a:t>✗  Tidak ada sistem prioritas untuk pekerjaan harian</a:t>
            </a:r>
          </a:p>
          <a:p>
            <a:pPr algn="l">
              <a:spcBef>
                <a:spcPts val="0"/>
              </a:spcBef>
            </a:pPr>
            <a:r>
              <a:rPr sz="6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16A34A"/>
                </a:solidFill>
              </a:rPr>
              <a:t>Solusi yang Ditawarkan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6A34A"/>
                </a:solidFill>
              </a:rPr>
              <a:t>✓  Platform terpadu untuk tracking aktivitas harian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6A34A"/>
                </a:solidFill>
              </a:rPr>
              <a:t>✓  Dashboard real-time dengan chart dan statistik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6A34A"/>
                </a:solidFill>
              </a:rPr>
              <a:t>✓  Kalender terintegrasi untuk event &amp; pengingat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6A34A"/>
                </a:solidFill>
              </a:rPr>
              <a:t>✓  Modul Agile (Sprint &amp; Kanban) untuk manajemen proyek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6A34A"/>
                </a:solidFill>
              </a:rPr>
              <a:t>✓  Laporan otomatis progres karyawan untuk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444752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073B73"/>
                </a:solidFill>
              </a:rPr>
              <a:t>Target Pengguna</a:t>
            </a:r>
          </a:p>
          <a:p>
            <a:pPr algn="l">
              <a:spcBef>
                <a:spcPts val="0"/>
              </a:spcBef>
            </a:pPr>
            <a:r>
              <a:rPr sz="4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👤 Karyawan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</a:rPr>
              <a:t>Input &amp; pantau aktivitas harian, progres kerja, &amp; kalender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🔑 Admin / HRGA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</a:rPr>
              <a:t>Kelola semua karyawan, laporan performa, manajemen user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📋 Project Lead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</a:rPr>
              <a:t>Buat proyek, sprint, dan assign task ke anggota tim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073B73"/>
                </a:solidFill>
              </a:rPr>
              <a:t>Stack Teknologi</a:t>
            </a:r>
          </a:p>
          <a:p>
            <a:pPr algn="l">
              <a:spcBef>
                <a:spcPts val="0"/>
              </a:spcBef>
            </a:pPr>
            <a:r>
              <a:rPr sz="4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▸  Laravel 12 (PHP)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▸  AdminLTE 3 (UI Framework)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▸  MySQL Database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▸  Bootstrap 4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▸  Chart.js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▸  FullCalendar.js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02  Arsitektur &amp; Teknologi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Struktur MVC dan komponen sistem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1640312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97480" cy="4983480"/>
          </a:xfrm>
          <a:prstGeom prst="rect">
            <a:avLst/>
          </a:prstGeom>
          <a:solidFill>
            <a:srgbClr val="E8F2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2697480" cy="50292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2514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🌐 Layer Presentasi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29968"/>
            <a:ext cx="24871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Blade Templates (Laravel)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AdminLTE 3.2 + Bootstrap 4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Chart.js (statistik visual)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FullCalendar (kalender interaktif)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417320"/>
            <a:ext cx="2697480" cy="4983480"/>
          </a:xfrm>
          <a:prstGeom prst="rect">
            <a:avLst/>
          </a:prstGeom>
          <a:solidFill>
            <a:srgbClr val="E8F2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417320"/>
            <a:ext cx="26974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444752"/>
            <a:ext cx="2514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⚙️  Layer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029968"/>
            <a:ext cx="24871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9 Controllers MVC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Role-based Access Control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Form Validation &amp; Policy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Service Layer (Activity comments)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417320"/>
            <a:ext cx="2697480" cy="4983480"/>
          </a:xfrm>
          <a:prstGeom prst="rect">
            <a:avLst/>
          </a:prstGeom>
          <a:solidFill>
            <a:srgbClr val="E8F2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444752"/>
            <a:ext cx="2514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🗄️  Layer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029968"/>
            <a:ext cx="24871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6 Eloquent Models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MySQL via Laravel Eloquent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Database Migrations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Eloquent Relationships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417320"/>
            <a:ext cx="2697480" cy="4983480"/>
          </a:xfrm>
          <a:prstGeom prst="rect">
            <a:avLst/>
          </a:prstGeom>
          <a:solidFill>
            <a:srgbClr val="E8F2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417320"/>
            <a:ext cx="26974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1444752"/>
            <a:ext cx="2514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🔐 Keamanan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29968"/>
            <a:ext cx="24871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Laravel Auth Middleware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CSRF Protection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Session Management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F2937"/>
                </a:solidFill>
              </a:rPr>
              <a:t>• Role Guard (Admin/User)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246120"/>
            <a:ext cx="2560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0176" y="3246120"/>
            <a:ext cx="2560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246120"/>
            <a:ext cx="25603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64748B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03  Login &amp; Autentikasi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Sistem masuk dengan role-based access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303520" cy="530352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212080" cy="521208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61187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977639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Tampilan Halaman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280160"/>
            <a:ext cx="60807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46304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>
                <a:solidFill>
                  <a:srgbClr val="073B73"/>
                </a:solidFill>
              </a:rPr>
              <a:t>Fitur Autentikasi</a:t>
            </a:r>
          </a:p>
          <a:p>
            <a:pPr algn="l">
              <a:spcBef>
                <a:spcPts val="0"/>
              </a:spcBef>
            </a:pPr>
            <a:r>
              <a:rPr sz="4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▶  Email + Password Login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Autentikasi aman menggunakan kredensial unik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▶  Role-Based Access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Admin memiliki akses penuh; Karyawan hanya data sendiri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▶  Session Management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Session diregenerasi setelah login untuk keamanan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▶  CSRF Protection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Semua form dilindungi token CSRF Laravel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▶  Ganti Password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Setiap user dapat mengubah password kapan saja</a:t>
            </a:r>
          </a:p>
          <a:p>
            <a:pPr algn="l">
              <a:spcBef>
                <a:spcPts val="800"/>
              </a:spcBef>
            </a:pPr>
            <a:r>
              <a:rPr sz="1200" b="1">
                <a:solidFill>
                  <a:srgbClr val="0F5FB8"/>
                </a:solidFill>
              </a:rPr>
              <a:t>▶  Reset Password (Admin)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Admin dapat mereset password karyawan</a:t>
            </a:r>
          </a:p>
          <a:p>
            <a:pPr algn="l">
              <a:spcBef>
                <a:spcPts val="0"/>
              </a:spcBef>
            </a:pPr>
            <a:r>
              <a:rPr sz="6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073B73"/>
                </a:solidFill>
              </a:rPr>
              <a:t>Hak Akses per Role</a:t>
            </a:r>
          </a:p>
          <a:p>
            <a:pPr algn="l">
              <a:spcBef>
                <a:spcPts val="0"/>
              </a:spcBef>
            </a:pPr>
            <a:r>
              <a:rPr sz="3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🔑  Admin        →  Semua fitur + manajemen user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F2937"/>
                </a:solidFill>
              </a:rPr>
              <a:t>👤  Karyawan  →  Aktivitas sendiri, kalender, proyek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04  Dashboard &amp; Statistik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Pusat informasi real-time seluruh aktivitas tim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2240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2240280" cy="54864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99031"/>
            <a:ext cx="2240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0F5FB8"/>
                </a:solidFill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83664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Total Aktivitas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261872"/>
            <a:ext cx="2240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1261872"/>
            <a:ext cx="22402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399031"/>
            <a:ext cx="2240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6A34A"/>
                </a:solidFill>
              </a:rPr>
              <a:t>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1883664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Selesai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261872"/>
            <a:ext cx="2240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1261872"/>
            <a:ext cx="2240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2624" y="1399031"/>
            <a:ext cx="2240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59E0B"/>
                </a:solidFill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1883664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Berjalan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1775" y="1261872"/>
            <a:ext cx="2240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51775" y="1261872"/>
            <a:ext cx="22402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1399031"/>
            <a:ext cx="2240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DC2626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1883664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Tertunda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10928" y="1261872"/>
            <a:ext cx="22402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1261872"/>
            <a:ext cx="2240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1399031"/>
            <a:ext cx="2240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7C3AED"/>
                </a:solidFill>
              </a:rPr>
              <a:t>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1883664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Rata-rata Progres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42032"/>
            <a:ext cx="5532120" cy="402336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587751"/>
            <a:ext cx="5440680" cy="393192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233672"/>
            <a:ext cx="5532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599432"/>
            <a:ext cx="5532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Dashboard – Chart &amp; Statistik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542032"/>
            <a:ext cx="592531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697480"/>
            <a:ext cx="5669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073B73"/>
                </a:solidFill>
              </a:rPr>
              <a:t>Komponen Dashboard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📊  Distribusi status aktivitas (Pie/Donut chart)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📈  Tren aktivitas 7 hari terakhir (Line chart)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👥  Progres per karyawan (Bar chart – Admin only)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📋  Daftar aktivitas hari ini dengan progres bar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📅  Reminder kalender hari ini (6 event teratas)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🔔  Notifikasi &amp; badge di navbar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🔍  Filter per karyawan (khusus Admin)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F2937"/>
                </a:solidFill>
              </a:rPr>
              <a:t>⚡  Real-time refresh setiap halaman di-load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05  Daily Activity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Pencatatan dan pemantauan aktivitas harian karyawan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98448"/>
            <a:ext cx="565099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98448"/>
            <a:ext cx="41148" cy="257860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5468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📝  Input Aktivitas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44982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Judul &amp; deskripsi aktivitas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Tanggal pelaksanaan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Kategori (5 pilihan)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Prioritas (4 level)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Status awal &amp; progres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Catatan blocker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98448"/>
            <a:ext cx="565099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298448"/>
            <a:ext cx="41148" cy="257860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408176"/>
            <a:ext cx="5468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📊  Tracking Progres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828800"/>
            <a:ext cx="544982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Update progres 0–100%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Auto-update status dari progres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Komentar progres berseri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Timestamp selesai otomatis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Histori komentar lengkap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Badge indikator visual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4041648"/>
            <a:ext cx="565099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4041648"/>
            <a:ext cx="41148" cy="257860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51376"/>
            <a:ext cx="5468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🔍  Filter &amp; Pencarian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72000"/>
            <a:ext cx="544982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Filter per karyawan (Admin)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Filter per status aktivitas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Pencarian teks judul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Tampilan tabel dengan pagination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Sorted by tanggal terbaru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Export-ready layout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041648"/>
            <a:ext cx="565099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41648"/>
            <a:ext cx="41148" cy="2578608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151376"/>
            <a:ext cx="5468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🏷️  Kategori &amp; Prioritas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4572000"/>
            <a:ext cx="544982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Operasional / Administrasi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HRGA / Koordinasi / Improvement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Prioritas: Rendah → Urgent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Status: Belum Mulai → Selesai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Warna kode otomatis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Badge per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05  Daily Activity – Tampilan Antarmuka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List, detail, dan form input aktivitas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577840" cy="338328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486400" cy="329184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651760"/>
            <a:ext cx="5577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017520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List Aktivitas Harian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80160"/>
            <a:ext cx="5833872" cy="338328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5742432" cy="329184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651760"/>
            <a:ext cx="583387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017520"/>
            <a:ext cx="58338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Form Input Aktivitas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28032"/>
            <a:ext cx="557784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873752"/>
            <a:ext cx="5486400" cy="173736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422392"/>
            <a:ext cx="5577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788152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Detail &amp; Komentar Progres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828032"/>
            <a:ext cx="5833872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873752"/>
            <a:ext cx="5742432" cy="173736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5422392"/>
            <a:ext cx="583387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788152"/>
            <a:ext cx="58338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Filter &amp; Pencarian Aktivitas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06  Kalender &amp;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Manajemen jadwal, meeting, dan hari libur terintegrasi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943600" cy="530352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852160" cy="521208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611879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977639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Tampilan Kalender Interaktif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280160"/>
            <a:ext cx="5468112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073B73"/>
                </a:solidFill>
              </a:rPr>
              <a:t>Tipe Event Kalender</a:t>
            </a:r>
          </a:p>
          <a:p>
            <a:pPr algn="l">
              <a:spcBef>
                <a:spcPts val="0"/>
              </a:spcBef>
            </a:pPr>
            <a:r>
              <a:rPr sz="300" b="0">
                <a:solidFill>
                  <a:srgbClr val="1F2937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5FB8"/>
                </a:solidFill>
              </a:rPr>
              <a:t>🤝  Meeting</a:t>
            </a:r>
          </a:p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</a:rPr>
              <a:t>    Rapat dan pertemuan tim</a:t>
            </a:r>
          </a:p>
          <a:p>
            <a:pPr algn="l">
              <a:spcBef>
                <a:spcPts val="0"/>
              </a:spcBef>
            </a:pPr>
            <a:r>
              <a:rPr sz="300" b="0">
                <a:solidFill>
                  <a:srgbClr val="1F2937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59E0B"/>
                </a:solidFill>
              </a:rPr>
              <a:t>🔔  Reminder</a:t>
            </a:r>
          </a:p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</a:rPr>
              <a:t>    Pengingat tugas &amp; deadline</a:t>
            </a:r>
          </a:p>
          <a:p>
            <a:pPr algn="l">
              <a:spcBef>
                <a:spcPts val="0"/>
              </a:spcBef>
            </a:pPr>
            <a:r>
              <a:rPr sz="300" b="0">
                <a:solidFill>
                  <a:srgbClr val="1F2937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6A34A"/>
                </a:solidFill>
              </a:rPr>
              <a:t>🏖️  Holiday</a:t>
            </a:r>
          </a:p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</a:rPr>
              <a:t>    Hari libur nasional &amp; perusahaan</a:t>
            </a:r>
          </a:p>
          <a:p>
            <a:pPr algn="l">
              <a:spcBef>
                <a:spcPts val="0"/>
              </a:spcBef>
            </a:pPr>
            <a:r>
              <a:rPr sz="300" b="0">
                <a:solidFill>
                  <a:srgbClr val="1F2937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7C3AED"/>
                </a:solidFill>
              </a:rPr>
              <a:t>🏠  Leave</a:t>
            </a:r>
          </a:p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</a:rPr>
              <a:t>    Cuti &amp; izin karyawan</a:t>
            </a:r>
          </a:p>
          <a:p>
            <a:pPr algn="l">
              <a:spcBef>
                <a:spcPts val="0"/>
              </a:spcBef>
            </a:pPr>
            <a:r>
              <a:rPr sz="600" b="0">
                <a:solidFill>
                  <a:srgbClr val="1F2937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073B73"/>
                </a:solidFill>
              </a:rPr>
              <a:t>Fitur Unggulan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Kalender interaktif FullCalendar.js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CRUD event hanya oleh Admin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Karyawan dapat melihat semua event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Aktivitas harian tampil di kalender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Start &amp; end time per event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Search &amp; filter event list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Warna kode otomatis per tipe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</a:rPr>
              <a:t>✓  Tanda khusus hari libur nasional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07  Project Agile – Sprint &amp;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Manajemen proyek berbasis metodologi Agile/Scrum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98448"/>
            <a:ext cx="3840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98448"/>
            <a:ext cx="41148" cy="29260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🗂️  Manajemen Proyek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36393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Buat proyek dengan goal &amp; timeline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Status: Planning/Active/On Hold/Done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Owner &amp; member assignment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Target date &amp; progress tracking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Visibilitas berbasis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98448"/>
            <a:ext cx="3840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98448"/>
            <a:ext cx="41148" cy="2926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408176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🏃  Sprint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828800"/>
            <a:ext cx="36393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Buat sprint dalam proyek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Status: Planned/Active/Closed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Start &amp; end date sprint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Sprint goal &amp; deskripsi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Multiple sprint per proyek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1298448"/>
            <a:ext cx="3840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8" y="1298448"/>
            <a:ext cx="41148" cy="2926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1408176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✅  Task &amp; Backlog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1828800"/>
            <a:ext cx="36393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Tipe: Story/Task/Bug/Improvement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Prioritas: Low/Med/High/Urgent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Story points estimation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Assignee &amp; reporter tracking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1F2937"/>
                </a:solidFill>
              </a:rPr>
              <a:t>•  Acceptance criteria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4389120"/>
            <a:ext cx="11658600" cy="2304288"/>
          </a:xfrm>
          <a:prstGeom prst="rect">
            <a:avLst/>
          </a:prstGeom>
          <a:solidFill>
            <a:srgbClr val="E8F2FF"/>
          </a:solidFill>
          <a:ln w="9525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462272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73B73"/>
                </a:solidFill>
              </a:rPr>
              <a:t>Alur Kanban 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92040"/>
            <a:ext cx="201168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1947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21808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4748B"/>
                </a:solidFill>
              </a:rPr>
              <a:t>Task cards
di-drag &amp; drop
per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4406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98064" y="48920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98064" y="4892040"/>
            <a:ext cx="2011680" cy="347472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98064" y="491947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 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9504" y="5321808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4748B"/>
                </a:solidFill>
              </a:rPr>
              <a:t>Task cards
di-drag &amp; drop
per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54406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48920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8928" y="4892040"/>
            <a:ext cx="20116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491947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5321808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4748B"/>
                </a:solidFill>
              </a:rPr>
              <a:t>Task cards
di-drag &amp; drop
per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54406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79792" y="48920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79792" y="4892040"/>
            <a:ext cx="20116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9792" y="491947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5321808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4748B"/>
                </a:solidFill>
              </a:rPr>
              <a:t>Task cards
di-drag &amp; drop
per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54406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0656" y="489204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20656" y="4892040"/>
            <a:ext cx="20116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0656" y="4919472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2096" y="5321808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4748B"/>
                </a:solidFill>
              </a:rPr>
              <a:t>Task cards
di-drag &amp; drop
per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07  Project Agile – Tampilan Antarmuka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Daftar proyek, detail sprint, dan kanban 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577840" cy="338328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486400" cy="329184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651760"/>
            <a:ext cx="5577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017520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Daftar Proyek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80160"/>
            <a:ext cx="5833872" cy="338328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5742432" cy="329184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651760"/>
            <a:ext cx="583387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017520"/>
            <a:ext cx="58338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Detail Proyek &amp; Sprint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28032"/>
            <a:ext cx="11640312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873752"/>
            <a:ext cx="11548872" cy="173736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422392"/>
            <a:ext cx="116403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788152"/>
            <a:ext cx="1164031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Kanban Board – Status Task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08  Manajemen User (Admin)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Pengelolaan akun karyawan oleh administrator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120640" cy="5303520"/>
          </a:xfrm>
          <a:prstGeom prst="rect">
            <a:avLst/>
          </a:prstGeom>
          <a:solidFill>
            <a:srgbClr val="EEF4FF"/>
          </a:solidFill>
          <a:ln w="12700">
            <a:solidFill>
              <a:srgbClr val="0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029200" cy="5212080"/>
          </a:xfrm>
          <a:prstGeom prst="rect">
            <a:avLst/>
          </a:prstGeom>
          <a:noFill/>
          <a:ln w="6350">
            <a:solidFill>
              <a:srgbClr val="B8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611879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1F2937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977639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Daftar &amp; Statistik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280160"/>
            <a:ext cx="21945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128016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280160"/>
            <a:ext cx="2194560" cy="54864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417319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0F5FB8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901952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Total Karyawan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21945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21945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417319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901952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1280160"/>
            <a:ext cx="171907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41280" y="1280160"/>
            <a:ext cx="171907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1280160"/>
            <a:ext cx="171907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417319"/>
            <a:ext cx="17190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6A34A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01952"/>
            <a:ext cx="17190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</a:rPr>
              <a:t>Karyawan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926080"/>
            <a:ext cx="629107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063240"/>
            <a:ext cx="5943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>
                <a:solidFill>
                  <a:srgbClr val="073B73"/>
                </a:solidFill>
              </a:rPr>
              <a:t>Fitur Manajemen User (Admin Only)</a:t>
            </a:r>
          </a:p>
          <a:p>
            <a:pPr algn="l">
              <a:spcBef>
                <a:spcPts val="700"/>
              </a:spcBef>
            </a:pPr>
            <a:r>
              <a:rPr sz="1200" b="1">
                <a:solidFill>
                  <a:srgbClr val="0F5FB8"/>
                </a:solidFill>
              </a:rPr>
              <a:t>➕ Tambah User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Buat akun karyawan baru dengan role assignment</a:t>
            </a:r>
          </a:p>
          <a:p>
            <a:pPr algn="l">
              <a:spcBef>
                <a:spcPts val="700"/>
              </a:spcBef>
            </a:pPr>
            <a:r>
              <a:rPr sz="1200" b="1">
                <a:solidFill>
                  <a:srgbClr val="0F5FB8"/>
                </a:solidFill>
              </a:rPr>
              <a:t>✏️  Edit User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Ubah nama, email, dan role karyawan</a:t>
            </a:r>
          </a:p>
          <a:p>
            <a:pPr algn="l">
              <a:spcBef>
                <a:spcPts val="700"/>
              </a:spcBef>
            </a:pPr>
            <a:r>
              <a:rPr sz="1200" b="1">
                <a:solidFill>
                  <a:srgbClr val="0F5FB8"/>
                </a:solidFill>
              </a:rPr>
              <a:t>🔑 Reset Password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Reset password user tanpa mengetahui password lama</a:t>
            </a:r>
          </a:p>
          <a:p>
            <a:pPr algn="l">
              <a:spcBef>
                <a:spcPts val="700"/>
              </a:spcBef>
            </a:pPr>
            <a:r>
              <a:rPr sz="1200" b="1">
                <a:solidFill>
                  <a:srgbClr val="0F5FB8"/>
                </a:solidFill>
              </a:rPr>
              <a:t>📊 Statistik Aktivitas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Lihat jumlah &amp; rata-rata progres aktivitas tiap user</a:t>
            </a:r>
          </a:p>
          <a:p>
            <a:pPr algn="l">
              <a:spcBef>
                <a:spcPts val="700"/>
              </a:spcBef>
            </a:pPr>
            <a:r>
              <a:rPr sz="1200" b="1">
                <a:solidFill>
                  <a:srgbClr val="0F5FB8"/>
                </a:solidFill>
              </a:rPr>
              <a:t>🛡️  Role Management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Assign role Admin atau Karyawan</a:t>
            </a:r>
          </a:p>
          <a:p>
            <a:pPr algn="l">
              <a:spcBef>
                <a:spcPts val="700"/>
              </a:spcBef>
            </a:pPr>
            <a:r>
              <a:rPr sz="1200" b="1">
                <a:solidFill>
                  <a:srgbClr val="0F5FB8"/>
                </a:solidFill>
              </a:rPr>
              <a:t>🔒 Self-Protection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64748B"/>
                </a:solidFill>
              </a:rPr>
              <a:t>    Admin tidak bisa ubah role diri sendiri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54864" cy="576072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56032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09  Ringkasan Fitur &amp; Manfaat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0467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7DCF8"/>
                </a:solidFill>
              </a:rPr>
              <a:t>Semua yang tersedia dalam satu platform terintegrasi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17320"/>
            <a:ext cx="38587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417320"/>
            <a:ext cx="3858768" cy="54864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8191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F5FB8"/>
                </a:solidFill>
              </a:rPr>
              <a:t>📋  Daily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075688"/>
            <a:ext cx="3584448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1F2937"/>
                </a:solidFill>
              </a:rPr>
              <a:t>Catat, lacak, dan update progres aktivitas harian dengan mudah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38587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858768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8191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6A34A"/>
                </a:solidFill>
              </a:rPr>
              <a:t>📅  Kalender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75688"/>
            <a:ext cx="3584448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1F2937"/>
                </a:solidFill>
              </a:rPr>
              <a:t>Event meeting, reminder, cuti, dan hari libur dalam satu tampilan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417320"/>
            <a:ext cx="38587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417320"/>
            <a:ext cx="3858768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58191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7C3AED"/>
                </a:solidFill>
              </a:rPr>
              <a:t>🚀  Project Agile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75688"/>
            <a:ext cx="3584448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1F2937"/>
                </a:solidFill>
              </a:rPr>
              <a:t>Manajemen proyek dengan sprint dan kanban board ala metodologi Scrum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4023360"/>
            <a:ext cx="38587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4023360"/>
            <a:ext cx="38587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18795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59E0B"/>
                </a:solidFill>
              </a:rPr>
              <a:t>📊 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4681728"/>
            <a:ext cx="3584448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1F2937"/>
                </a:solidFill>
              </a:rPr>
              <a:t>Statistik real-time, grafik performa, dan ringkasan tim untuk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023360"/>
            <a:ext cx="38587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4023360"/>
            <a:ext cx="3858768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8795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2626"/>
                </a:solidFill>
              </a:rPr>
              <a:t>👥  Manajemen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681728"/>
            <a:ext cx="3584448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1F2937"/>
                </a:solidFill>
              </a:rPr>
              <a:t>Admin kelola seluruh akun karyawan, reset password, dan pantau performa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4023360"/>
            <a:ext cx="385876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4023360"/>
            <a:ext cx="3858768" cy="54864"/>
          </a:xfrm>
          <a:prstGeom prst="rect">
            <a:avLst/>
          </a:prstGeom>
          <a:solidFill>
            <a:srgbClr val="06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4187952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69688"/>
                </a:solidFill>
              </a:rPr>
              <a:t>🔔  Notifikasi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681728"/>
            <a:ext cx="3584448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1F2937"/>
                </a:solidFill>
              </a:rPr>
              <a:t>Badge dan notifikasi navbar untuk pengingat event dan update aktivitas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29000"/>
          </a:xfrm>
          <a:prstGeom prst="rect">
            <a:avLst/>
          </a:prstGeom>
          <a:solidFill>
            <a:srgbClr val="07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88952" cy="3429000"/>
          </a:xfrm>
          <a:prstGeom prst="rect">
            <a:avLst/>
          </a:prstGeom>
          <a:solidFill>
            <a:srgbClr val="0F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5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-731520"/>
            <a:ext cx="4114800" cy="4114800"/>
          </a:xfrm>
          <a:prstGeom prst="rect">
            <a:avLst/>
          </a:prstGeom>
          <a:solidFill>
            <a:srgbClr val="0A4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-731520" y="3840480"/>
            <a:ext cx="3200400" cy="3200400"/>
          </a:xfrm>
          <a:prstGeom prst="rect">
            <a:avLst/>
          </a:prstGeom>
          <a:solidFill>
            <a:srgbClr val="06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4457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944575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C7DCF8"/>
                </a:solidFill>
              </a:rPr>
              <a:t>HRGA Activity – Solusi Digital untuk Produktivitas Tim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291840"/>
            <a:ext cx="4873752" cy="36576"/>
          </a:xfrm>
          <a:prstGeom prst="rect">
            <a:avLst/>
          </a:prstGeom>
          <a:solidFill>
            <a:srgbClr val="4D9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56432"/>
            <a:ext cx="94457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B8D4F8"/>
                </a:solidFill>
              </a:rPr>
              <a:t>PT Sulawesi Cahaya Mineral  •  Departemen HRGA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38928"/>
            <a:ext cx="944575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8BB4D8"/>
                </a:solidFill>
              </a:rPr>
              <a:t>📧  eddyyucca@gmail.com   |   🌐  HRGA Activity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50992"/>
            <a:ext cx="94457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A96"/>
                </a:solidFill>
              </a:rPr>
              <a:t>© 2024 PT Sulawesi Cahaya Mineral.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